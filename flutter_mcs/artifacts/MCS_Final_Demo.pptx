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e559086f14eaf" /><Relationship Type="http://schemas.openxmlformats.org/officeDocument/2006/relationships/extended-properties" Target="/docProps/app.xml" Id="Reb762b6a972646cd" /><Relationship Type="http://schemas.openxmlformats.org/officeDocument/2006/relationships/officeDocument" Target="/ppt/presentation.xml" Id="R8fa925373cee4f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b430416ac4258"/>
  </p:sldMasterIdLst>
  <p:notesMasterIdLst>
    <p:notesMasterId xmlns:r="http://schemas.openxmlformats.org/officeDocument/2006/relationships" r:id="R7e996fe51fa64f66"/>
  </p:notesMasterIdLst>
  <p:sldIdLst>
    <p:sldId xmlns:r="http://schemas.openxmlformats.org/officeDocument/2006/relationships" id="256" r:id="Rdc901be5f45a4f6e"/>
    <p:sldId xmlns:r="http://schemas.openxmlformats.org/officeDocument/2006/relationships" id="257" r:id="R5c0733d5c97f4132"/>
    <p:sldId xmlns:r="http://schemas.openxmlformats.org/officeDocument/2006/relationships" id="258" r:id="Rd6e0e53649e44ee7"/>
    <p:sldId xmlns:r="http://schemas.openxmlformats.org/officeDocument/2006/relationships" id="259" r:id="Rff1c92c52bcf4cda"/>
    <p:sldId xmlns:r="http://schemas.openxmlformats.org/officeDocument/2006/relationships" id="260" r:id="Rabe86803b4ab48c6"/>
    <p:sldId xmlns:r="http://schemas.openxmlformats.org/officeDocument/2006/relationships" id="261" r:id="R46c2065ed3cc48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2c4867f114ba6" /><Relationship Type="http://schemas.openxmlformats.org/officeDocument/2006/relationships/slideMaster" Target="/ppt/slideMasters/slideMaster1.xml" Id="R472b430416ac4258" /><Relationship Type="http://schemas.openxmlformats.org/officeDocument/2006/relationships/notesMaster" Target="/ppt/notesMasters/notesMaster1.xml" Id="R7e996fe51fa64f66" /><Relationship Type="http://schemas.openxmlformats.org/officeDocument/2006/relationships/presProps" Target="/ppt/presProps.xml" Id="Raba8d47d86694f75" /><Relationship Type="http://schemas.openxmlformats.org/officeDocument/2006/relationships/tableStyles" Target="/ppt/tableStyles.xml" Id="R2627488264f44de0" /><Relationship Type="http://schemas.openxmlformats.org/officeDocument/2006/relationships/slide" Target="/ppt/slides/slide1.xml" Id="Rdc901be5f45a4f6e" /><Relationship Type="http://schemas.openxmlformats.org/officeDocument/2006/relationships/slide" Target="/ppt/slides/slide2.xml" Id="R5c0733d5c97f4132" /><Relationship Type="http://schemas.openxmlformats.org/officeDocument/2006/relationships/slide" Target="/ppt/slides/slide3.xml" Id="Rd6e0e53649e44ee7" /><Relationship Type="http://schemas.openxmlformats.org/officeDocument/2006/relationships/slide" Target="/ppt/slides/slide4.xml" Id="Rff1c92c52bcf4cda" /><Relationship Type="http://schemas.openxmlformats.org/officeDocument/2006/relationships/slide" Target="/ppt/slides/slide5.xml" Id="Rabe86803b4ab48c6" /><Relationship Type="http://schemas.openxmlformats.org/officeDocument/2006/relationships/slide" Target="/ppt/slides/slide6.xml" Id="R46c2065ed3cc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d7d100b45a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70ff86d7349b7" /><Relationship Type="http://schemas.openxmlformats.org/officeDocument/2006/relationships/notesMaster" Target="/ppt/notesMasters/notesMaster1.xml" Id="R4214473019d14f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b4bf3f9a84462" /><Relationship Type="http://schemas.openxmlformats.org/officeDocument/2006/relationships/notesMaster" Target="/ppt/notesMasters/notesMaster1.xml" Id="R6a5db0325b1c4a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ce7173e554a17" /><Relationship Type="http://schemas.openxmlformats.org/officeDocument/2006/relationships/notesMaster" Target="/ppt/notesMasters/notesMaster1.xml" Id="R048fd2559b3347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f3f96921c4ea2" /><Relationship Type="http://schemas.openxmlformats.org/officeDocument/2006/relationships/notesMaster" Target="/ppt/notesMasters/notesMaster1.xml" Id="R75d04c7adeeb4e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ccf70135c4781" /><Relationship Type="http://schemas.openxmlformats.org/officeDocument/2006/relationships/notesMaster" Target="/ppt/notesMasters/notesMaster1.xml" Id="Rcd636ad4fdd7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7786e30bb4393" /><Relationship Type="http://schemas.openxmlformats.org/officeDocument/2006/relationships/notesMaster" Target="/ppt/notesMasters/notesMaster1.xml" Id="R0a7d4fc87be345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c45cec806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a44b77a6e479f" /><Relationship Type="http://schemas.openxmlformats.org/officeDocument/2006/relationships/slideLayout" Target="/ppt/slideLayouts/slideLayout1.xml" Id="Re731b98a9df34a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1b98a9df34a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92b3d23c74e26" /><Relationship Type="http://schemas.openxmlformats.org/officeDocument/2006/relationships/notesSlide" Target="/ppt/notesSlides/notesSlide1.xml" Id="R2cc720f64719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ff142d6a04a16" /><Relationship Type="http://schemas.openxmlformats.org/officeDocument/2006/relationships/notesSlide" Target="/ppt/notesSlides/notesSlide2.xml" Id="R17b2d791030d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a821880824931" /><Relationship Type="http://schemas.openxmlformats.org/officeDocument/2006/relationships/notesSlide" Target="/ppt/notesSlides/notesSlide3.xml" Id="R70f459161a77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70609b423420c" /><Relationship Type="http://schemas.openxmlformats.org/officeDocument/2006/relationships/notesSlide" Target="/ppt/notesSlides/notesSlide4.xml" Id="Re6b2f7a3e3c842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1fdf10a0d4793" /><Relationship Type="http://schemas.openxmlformats.org/officeDocument/2006/relationships/notesSlide" Target="/ppt/notesSlides/notesSlide5.xml" Id="R95e519ad1c4b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f32647e7d4743" /><Relationship Type="http://schemas.openxmlformats.org/officeDocument/2006/relationships/notesSlide" Target="/ppt/notesSlides/notesSlide6.xml" Id="R5a18641b37de42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B1A349C0-2675-429F-9FFD-C2A430F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Payments that stay traceable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16592B7-7B41-4C62-9A81-9AE119C3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 merchant billing, customer payment, settlement, refunds, reporting, and operational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82465C8-F3BC-49A5-967A-83C9A97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MERCHANT COLLECTION SYSTEM</a:t>
            </a:r>
          </a:p>
        </p:txBody>
      </p:sp>
    </p:spTree>
    <p:extLst>
      <p:ext uri="{BB962C8B-B14F-4D97-AF65-F5344CB8AC3E}">
        <p14:creationId xmlns:p14="http://schemas.microsoft.com/office/powerpoint/2010/main" val="12970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3B519E-73EF-413A-8C06-7CB2E073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03F0ACF-EBD3-4492-B18C-354B52B8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workflow connects the full payment lifecycle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EF99282F-3E3F-47C1-978A-7C2A612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
Merchants issue bills against real customer accounts.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F067F51-EC57-4D7E-9221-F6C8B2F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
Customers authorize and settle pending bills securely.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477EA3B-BD4F-4F69-A7B6-4F81B1D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
Owners refund paid bills; reports use persisted status.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9193AC43-3A5E-49F3-AB35-DC15113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87AF682-24FF-4EC4-9A18-61577111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38AAD292-D1FD-4B30-841B-1E62412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7442282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BFF5FE2-0CE3-4326-A0CA-0E5E7D0E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86D29ED-AC86-44F1-8A4C-2FC6786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three-stage transaction keeps state changes explicit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F04F65D-F479-4882-9822-EFD4A6FF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2E8CAF4-56AB-41A6-8433-CD846851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4195A8D-88C1-46E4-82B7-02B96850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4067E8A-E469-4728-86E4-D809680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215997D-ED06-4703-A545-7E4A0DC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2FB0993-CC63-4C3E-A659-49EDD95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5933FB7-850F-48A8-AA90-9E469B9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decision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or fail without falsely marking the bill paid.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2655E48-DA57-47CA-AAC4-07788055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intent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Bind bill, customer, merchant, and amount.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CBDE7DE-745D-4779-8991-BE67D439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 outcome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one settlement and update the bill to PAID.</a:t>
            </a:r>
          </a:p>
        </p:txBody>
      </p:sp>
    </p:spTree>
    <p:extLst>
      <p:ext uri="{BB962C8B-B14F-4D97-AF65-F5344CB8AC3E}">
        <p14:creationId xmlns:p14="http://schemas.microsoft.com/office/powerpoint/2010/main" val="11118578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185A598-0172-442E-883F-1056FF7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1DBF9C0-1FFB-48D7-9310-982C723C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03B538A-8D74-4AED-840C-8A29060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779A0D1-A045-462D-AEB1-A9F2CA0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138EF70-FC6F-45E2-A67C-D05DF27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release candidate is backed by measurable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234006E-B166-4101-BA34-CFA27AB9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settled transaction lifecycles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3CEB78C-8802-4FED-BD06-40E9ECA6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p95 response time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6E93CDB-2254-48DB-86F8-EC5D57FD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 failures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5DEA57F-A732-470B-B50B-227AB7F4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1,000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C0302FB-6995-42B0-AC38-6B2E75D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07C875-1882-40D7-9DBC-7E5C1963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7.48 ms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501ACA4-1CE5-4130-A579-8B61B7E9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Automated lifecycle and security checks run against an isolated H2 test profile. The scalability test exercises the HTTP boundary with MockMvc.</a:t>
            </a:r>
          </a:p>
        </p:txBody>
      </p:sp>
    </p:spTree>
    <p:extLst>
      <p:ext uri="{BB962C8B-B14F-4D97-AF65-F5344CB8AC3E}">
        <p14:creationId xmlns:p14="http://schemas.microsoft.com/office/powerpoint/2010/main" val="14301059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D9DCABC-654F-4785-80D4-4AA74D1F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D972B1D-F4CE-471A-85EF-98568E8F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handoff package is ready to operate and demonstrate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4393D9C-B674-4DC0-BDC6-BC21431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
README setup, schema, migration, seed, and local environment.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FB959EB1-48A9-4C3D-A1F4-16D0CB41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
Backend tests, Flutter tests, Postman acceptance, benchmark report.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99E9E930-BB7B-452A-BC17-7657C15C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
User guide, ER diagram, and this final demonstration deck.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7B6F38D-F94D-4416-B69D-117FC53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0D554CE5-4214-4317-B6E1-A9988F55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D251403-C4E8-4BF0-B3AD-5916CFD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414903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BBB87AFF-ABB4-416E-A1C6-4EECC0C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Ready for the final demo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9F5CC61-AA89-45B9-832C-E5EF80B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the flow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the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the controls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16823FC-8456-4695-A386-3604B23A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MCS</a:t>
            </a:r>
          </a:p>
        </p:txBody>
      </p:sp>
    </p:spTree>
    <p:extLst>
      <p:ext uri="{BB962C8B-B14F-4D97-AF65-F5344CB8AC3E}">
        <p14:creationId xmlns:p14="http://schemas.microsoft.com/office/powerpoint/2010/main" val="1564813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2026-07-14T19:16:50.0800000Z</dcterms:created>
  <dcterms:modified xsi:type="dcterms:W3CDTF">2026-07-14T19:16:50.0800000Z</dcterms:modified>
</coreProperties>
</file>